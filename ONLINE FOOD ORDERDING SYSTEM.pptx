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notesMasterIdLst>
    <p:notesMasterId r:id="rId12"/>
  </p:notesMasterIdLst>
  <p:sldIdLst>
    <p:sldId id="256" r:id="rId2"/>
    <p:sldId id="258" r:id="rId3"/>
    <p:sldId id="259" r:id="rId4"/>
    <p:sldId id="265" r:id="rId5"/>
    <p:sldId id="260" r:id="rId6"/>
    <p:sldId id="262" r:id="rId7"/>
    <p:sldId id="264" r:id="rId8"/>
    <p:sldId id="261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B4395-E73B-43E8-B181-5A0FD11F1A4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C1281-EA6D-4175-9514-6699F8A990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94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26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15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43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55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584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977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55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23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04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5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631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952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80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8113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01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005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023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077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6E1492-3466-45C6-90D7-A1D74DD500B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84E28E-69EB-432D-A6D6-0732226D4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39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D025-D56D-8524-C876-881E9D8FD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ONLINE FOOD ORDERDING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6C10E-260A-4252-847A-BEDD605050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Srivatsen</a:t>
            </a:r>
            <a:r>
              <a:rPr lang="en-US" dirty="0"/>
              <a:t> s</a:t>
            </a:r>
          </a:p>
          <a:p>
            <a:r>
              <a:rPr lang="en-US" dirty="0"/>
              <a:t>Roshan R</a:t>
            </a:r>
          </a:p>
        </p:txBody>
      </p:sp>
    </p:spTree>
    <p:extLst>
      <p:ext uri="{BB962C8B-B14F-4D97-AF65-F5344CB8AC3E}">
        <p14:creationId xmlns:p14="http://schemas.microsoft.com/office/powerpoint/2010/main" val="2250262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4074-BBE9-27C7-D6EC-AA756656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71A5E-1C13-2E52-38F1-BFE80A56D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77143"/>
            <a:ext cx="10018713" cy="4114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r>
              <a:rPr lang="en-US" dirty="0"/>
              <a:t>Background: The rising demand for online food delivery due to changing consumer lifestyles and digital adoption.</a:t>
            </a:r>
          </a:p>
          <a:p>
            <a:r>
              <a:rPr lang="en-US" dirty="0"/>
              <a:t>Increased reliance on digital platforms for quick meals and convenience.</a:t>
            </a:r>
          </a:p>
          <a:p>
            <a:r>
              <a:rPr lang="en-US" dirty="0"/>
              <a:t>The impact of third-party delivery apps (e.g., Zomato, Swiggy, Uber Eats) on restaurant business models.</a:t>
            </a:r>
          </a:p>
          <a:p>
            <a:r>
              <a:rPr lang="en-US" dirty="0"/>
              <a:t>Challenges in traditional ordering: slow processing, lack of visibility, minimal customer engagement.</a:t>
            </a:r>
          </a:p>
          <a:p>
            <a:r>
              <a:rPr lang="en-US" dirty="0"/>
              <a:t>Motivation: Build a scalable, easy-to-use system for all stakeholders.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188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5A8D-3451-7D8C-31ED-4277ED4E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842" y="152400"/>
            <a:ext cx="10018713" cy="1752599"/>
          </a:xfrm>
        </p:spPr>
        <p:txBody>
          <a:bodyPr/>
          <a:lstStyle/>
          <a:p>
            <a:r>
              <a:rPr lang="en-US" dirty="0"/>
              <a:t>EXISTING SYSTEM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B0E411-43B9-01B0-9268-61A0D8E04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8483" y="1993247"/>
            <a:ext cx="9303432" cy="400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Manual processes: food orders are often taken by phone or in-person at restaurants.</a:t>
            </a:r>
          </a:p>
          <a:p>
            <a:r>
              <a:rPr lang="en-US" dirty="0"/>
              <a:t>Paper-based records for menu management and order transactions.</a:t>
            </a:r>
          </a:p>
          <a:p>
            <a:r>
              <a:rPr lang="en-US" dirty="0"/>
              <a:t>No 24/7 availability—dependent on restaurant opening hours and staff presence.</a:t>
            </a:r>
          </a:p>
          <a:p>
            <a:r>
              <a:rPr lang="en-US" dirty="0"/>
              <a:t>Limited reach: only local customers, minimal marketing.</a:t>
            </a:r>
          </a:p>
          <a:p>
            <a:r>
              <a:rPr lang="en-US" dirty="0"/>
              <a:t>Inflexible: Difficult to handle bulk orders, track order status, or quickly update menus and pricing.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4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CBF02-6DAF-C37E-3BEE-115D25E7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EXISTING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7DB75-E848-5287-9E98-CA41CC852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High probability of human errors in note-taking, communication, and billing.</a:t>
            </a:r>
          </a:p>
          <a:p>
            <a:r>
              <a:rPr lang="en-US" dirty="0"/>
              <a:t>Frequent misunderstandings on order details or delivery addresses.</a:t>
            </a:r>
          </a:p>
          <a:p>
            <a:r>
              <a:rPr lang="en-US" dirty="0"/>
              <a:t>Lost business during busy periods or after hours; missed calls = missed sales.</a:t>
            </a:r>
          </a:p>
          <a:p>
            <a:r>
              <a:rPr lang="en-US" dirty="0"/>
              <a:t>No mechanism for real-time order tracking for customers or restaurants.</a:t>
            </a:r>
          </a:p>
          <a:p>
            <a:r>
              <a:rPr lang="en-US" dirty="0"/>
              <a:t>Time-consuming; reduces restaurant staff efficiency and increases wait times.</a:t>
            </a:r>
          </a:p>
          <a:p>
            <a:r>
              <a:rPr lang="en-US" dirty="0"/>
              <a:t>Customer dissatisfaction due to poor communication and delays.</a:t>
            </a:r>
          </a:p>
        </p:txBody>
      </p:sp>
    </p:spTree>
    <p:extLst>
      <p:ext uri="{BB962C8B-B14F-4D97-AF65-F5344CB8AC3E}">
        <p14:creationId xmlns:p14="http://schemas.microsoft.com/office/powerpoint/2010/main" val="1556993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D3D0-1925-7B4D-DB67-9CED8306D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827" y="-267294"/>
            <a:ext cx="9978346" cy="1752599"/>
          </a:xfrm>
        </p:spPr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CFB0C25D-6402-C8D2-39D5-C92BB1E24A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0140" y="1126076"/>
            <a:ext cx="10489976" cy="5346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Online portal/app available 24/7 for browsing and ordering food.</a:t>
            </a:r>
          </a:p>
          <a:p>
            <a:r>
              <a:rPr lang="en-US" dirty="0"/>
              <a:t>Menu search and filtering by restaurant, cuisine, price, or ratings.</a:t>
            </a:r>
          </a:p>
          <a:p>
            <a:r>
              <a:rPr lang="en-US" dirty="0"/>
              <a:t>Secure registration, login, and session management for users and admins.</a:t>
            </a:r>
          </a:p>
          <a:p>
            <a:r>
              <a:rPr lang="en-US" dirty="0"/>
              <a:t>Cart management with real-time updates and order summaries.</a:t>
            </a:r>
          </a:p>
          <a:p>
            <a:r>
              <a:rPr lang="en-US" dirty="0"/>
              <a:t>Multiple payment options and secure transactions.</a:t>
            </a:r>
          </a:p>
          <a:p>
            <a:r>
              <a:rPr lang="en-US" dirty="0"/>
              <a:t>Automated order processing and electronic records.</a:t>
            </a:r>
          </a:p>
          <a:p>
            <a:r>
              <a:rPr lang="en-US" dirty="0"/>
              <a:t>Real-time order status updates (pending, preparing, delivered).</a:t>
            </a:r>
          </a:p>
          <a:p>
            <a:r>
              <a:rPr lang="en-US" dirty="0"/>
              <a:t>Admin and restaurant-owner modules for managing menus, orders, and analytics.</a:t>
            </a:r>
          </a:p>
          <a:p>
            <a:r>
              <a:rPr lang="en-US" dirty="0"/>
              <a:t>Feedback and rating features to improve service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91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793B-F6BF-DD29-2554-B2DEDE26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5DA1F-8A90-19A9-B9D6-8413824A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264229"/>
            <a:ext cx="10018713" cy="352697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Client-side: JSP pages, HTML, CSS, JavaScript for interactive and responsive UI.</a:t>
            </a:r>
          </a:p>
          <a:p>
            <a:r>
              <a:rPr lang="en-IN" dirty="0"/>
              <a:t>Server-side: Java Servlets for handling business logic, order processing, and user sessions.</a:t>
            </a:r>
          </a:p>
          <a:p>
            <a:r>
              <a:rPr lang="en-IN" dirty="0"/>
              <a:t>Database: MySQL for storing users, restaurants, menu items, and order histories.</a:t>
            </a:r>
          </a:p>
          <a:p>
            <a:r>
              <a:rPr lang="en-IN" dirty="0"/>
              <a:t>Architecture Style: Follows MVC (Model-View-Controller) pattern for maintainability.</a:t>
            </a:r>
          </a:p>
          <a:p>
            <a:r>
              <a:rPr lang="en-IN" dirty="0"/>
              <a:t>RESTful endpoints for handling cart operations, orders, and admin tasks.</a:t>
            </a:r>
          </a:p>
          <a:p>
            <a:r>
              <a:rPr lang="en-IN" dirty="0"/>
              <a:t>Security: Input validation, authentication, and authorization.</a:t>
            </a:r>
          </a:p>
          <a:p>
            <a:r>
              <a:rPr lang="en-IN" dirty="0"/>
              <a:t>Scalable for integration with APIs (e.g., payment gateways, SMS notifications).</a:t>
            </a:r>
          </a:p>
        </p:txBody>
      </p:sp>
    </p:spTree>
    <p:extLst>
      <p:ext uri="{BB962C8B-B14F-4D97-AF65-F5344CB8AC3E}">
        <p14:creationId xmlns:p14="http://schemas.microsoft.com/office/powerpoint/2010/main" val="231573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B14AEC2-ACA6-00CB-6346-7C27AE668C81}"/>
              </a:ext>
            </a:extLst>
          </p:cNvPr>
          <p:cNvSpPr txBox="1"/>
          <p:nvPr/>
        </p:nvSpPr>
        <p:spPr>
          <a:xfrm>
            <a:off x="2471058" y="326571"/>
            <a:ext cx="8207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/>
              <a:t>DATABASE DESIGN:CORE ENTTIES</a:t>
            </a:r>
            <a:endParaRPr lang="en-IN" sz="4000" u="sn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D2BD2E-9AB6-6333-7B1E-DA2772F62051}"/>
              </a:ext>
            </a:extLst>
          </p:cNvPr>
          <p:cNvSpPr txBox="1"/>
          <p:nvPr/>
        </p:nvSpPr>
        <p:spPr>
          <a:xfrm>
            <a:off x="1442357" y="1665514"/>
            <a:ext cx="930728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dirty="0"/>
              <a:t>User/Customer</a:t>
            </a:r>
            <a:r>
              <a:rPr lang="en-IN" sz="2000" dirty="0"/>
              <a:t>: </a:t>
            </a:r>
            <a:r>
              <a:rPr lang="en-IN" sz="2000" dirty="0" err="1"/>
              <a:t>user_id</a:t>
            </a:r>
            <a:r>
              <a:rPr lang="en-IN" sz="2000" dirty="0"/>
              <a:t> (Primary Key) - Unique identifier, </a:t>
            </a:r>
            <a:r>
              <a:rPr lang="en-IN" sz="2000" dirty="0" err="1"/>
              <a:t>full_name</a:t>
            </a:r>
            <a:r>
              <a:rPr lang="en-IN" sz="2000" dirty="0"/>
              <a:t> - Customer's full name, email - Email address (unique), password - Encrypted password, phone - Contact number, address - Delivery address, role - User role (customer, admin, </a:t>
            </a:r>
            <a:r>
              <a:rPr lang="en-IN" sz="2000" dirty="0" err="1"/>
              <a:t>restaurant_owner</a:t>
            </a:r>
            <a:r>
              <a:rPr lang="en-IN" sz="2000" dirty="0"/>
              <a:t>), </a:t>
            </a:r>
            <a:r>
              <a:rPr lang="en-IN" sz="2000" dirty="0" err="1"/>
              <a:t>created_at</a:t>
            </a:r>
            <a:r>
              <a:rPr lang="en-IN" sz="2000" dirty="0"/>
              <a:t> - Registration timestamp</a:t>
            </a:r>
          </a:p>
          <a:p>
            <a:pPr marL="342900" indent="-342900">
              <a:buAutoNum type="arabicPeriod"/>
            </a:pPr>
            <a:r>
              <a:rPr lang="en-IN" sz="2000" b="1" dirty="0"/>
              <a:t> Restaurant: </a:t>
            </a:r>
            <a:r>
              <a:rPr lang="en-IN" sz="2000" dirty="0" err="1"/>
              <a:t>restaurant_id</a:t>
            </a:r>
            <a:r>
              <a:rPr lang="en-IN" sz="2000" dirty="0"/>
              <a:t> (Primary Key) - Unique identifier, name - Restaurant name, </a:t>
            </a:r>
            <a:r>
              <a:rPr lang="en-IN" sz="2000" dirty="0" err="1"/>
              <a:t>cuisine_type</a:t>
            </a:r>
            <a:r>
              <a:rPr lang="en-IN" sz="2000" dirty="0"/>
              <a:t> - Type of cuisine (Italian, Chinese, etc.), description - Restaurant description, address - Physical location, rating - Average customer rating, </a:t>
            </a:r>
            <a:r>
              <a:rPr lang="en-IN" sz="2000" dirty="0" err="1"/>
              <a:t>delivery_time</a:t>
            </a:r>
            <a:r>
              <a:rPr lang="en-IN" sz="2000" dirty="0"/>
              <a:t> - Estimated delivery time, </a:t>
            </a:r>
            <a:r>
              <a:rPr lang="en-IN" sz="2000" dirty="0" err="1"/>
              <a:t>image_url</a:t>
            </a:r>
            <a:r>
              <a:rPr lang="en-IN" sz="2000" dirty="0"/>
              <a:t> - Restaurant image</a:t>
            </a:r>
          </a:p>
          <a:p>
            <a:pPr marL="342900" indent="-342900">
              <a:buAutoNum type="arabicPeriod"/>
            </a:pPr>
            <a:r>
              <a:rPr lang="en-IN" sz="2000" b="1" dirty="0"/>
              <a:t>Menu Item: </a:t>
            </a:r>
            <a:r>
              <a:rPr lang="en-IN" sz="2000" dirty="0" err="1"/>
              <a:t>menu_item_id</a:t>
            </a:r>
            <a:r>
              <a:rPr lang="en-IN" sz="2000" dirty="0"/>
              <a:t> (Primary Key) - Unique identifier, </a:t>
            </a:r>
            <a:r>
              <a:rPr lang="en-IN" sz="2000" dirty="0" err="1"/>
              <a:t>restaurant_id</a:t>
            </a:r>
            <a:r>
              <a:rPr lang="en-IN" sz="2000" dirty="0"/>
              <a:t> (Foreign Key) - References Restaurant, name - Dish name, description - Item description, category - Food category (appetizer, main, dessert), price - Item price, </a:t>
            </a:r>
            <a:r>
              <a:rPr lang="en-IN" sz="2000" dirty="0" err="1"/>
              <a:t>image_url</a:t>
            </a:r>
            <a:r>
              <a:rPr lang="en-IN" sz="2000" dirty="0"/>
              <a:t> - Dish image, available - Availability status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07A16-A156-B8CD-5971-92505FB8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424" y="1382485"/>
            <a:ext cx="10018713" cy="51816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4. Order: </a:t>
            </a:r>
            <a:r>
              <a:rPr lang="en-US" dirty="0" err="1"/>
              <a:t>order_id</a:t>
            </a:r>
            <a:r>
              <a:rPr lang="en-US" dirty="0"/>
              <a:t> (Primary Key) - Unique identifier, </a:t>
            </a:r>
            <a:r>
              <a:rPr lang="en-US" dirty="0" err="1"/>
              <a:t>user_id</a:t>
            </a:r>
            <a:r>
              <a:rPr lang="en-US" dirty="0"/>
              <a:t> (Foreign Key) - References User, </a:t>
            </a:r>
            <a:r>
              <a:rPr lang="en-US" dirty="0" err="1"/>
              <a:t>restaurant_id</a:t>
            </a:r>
            <a:r>
              <a:rPr lang="en-US" dirty="0"/>
              <a:t> (Foreign Key) - References Restaurant, </a:t>
            </a:r>
            <a:r>
              <a:rPr lang="en-US" dirty="0" err="1"/>
              <a:t>delivery_address</a:t>
            </a:r>
            <a:r>
              <a:rPr lang="en-US" dirty="0"/>
              <a:t> - Delivery location, </a:t>
            </a:r>
            <a:r>
              <a:rPr lang="en-US" dirty="0" err="1"/>
              <a:t>contact_number</a:t>
            </a:r>
            <a:r>
              <a:rPr lang="en-US" dirty="0"/>
              <a:t> - Customer contact, </a:t>
            </a:r>
            <a:r>
              <a:rPr lang="en-US" dirty="0" err="1"/>
              <a:t>total_amount</a:t>
            </a:r>
            <a:r>
              <a:rPr lang="en-US" dirty="0"/>
              <a:t> - Order total, status - Order status (pending, preparing, delivered), </a:t>
            </a:r>
            <a:r>
              <a:rPr lang="en-US" dirty="0" err="1"/>
              <a:t>payment_method</a:t>
            </a:r>
            <a:r>
              <a:rPr lang="en-US" dirty="0"/>
              <a:t> - Payment type (COD, card, UPI), </a:t>
            </a:r>
            <a:r>
              <a:rPr lang="en-US" dirty="0" err="1"/>
              <a:t>created_at</a:t>
            </a:r>
            <a:r>
              <a:rPr lang="en-US" dirty="0"/>
              <a:t> - Order timestamp</a:t>
            </a:r>
          </a:p>
          <a:p>
            <a:pPr marL="0" indent="0">
              <a:buNone/>
            </a:pPr>
            <a:r>
              <a:rPr lang="en-US" b="1" dirty="0"/>
              <a:t>5. Order Details: </a:t>
            </a:r>
            <a:r>
              <a:rPr lang="en-US" dirty="0" err="1"/>
              <a:t>order_detail_id</a:t>
            </a:r>
            <a:r>
              <a:rPr lang="en-US" dirty="0"/>
              <a:t> (Primary Key) - Unique identifier, </a:t>
            </a:r>
            <a:r>
              <a:rPr lang="en-US" dirty="0" err="1"/>
              <a:t>order_id</a:t>
            </a:r>
            <a:r>
              <a:rPr lang="en-US" dirty="0"/>
              <a:t> (Foreign Key) - References Order, </a:t>
            </a:r>
            <a:r>
              <a:rPr lang="en-US" dirty="0" err="1"/>
              <a:t>menu_item_id</a:t>
            </a:r>
            <a:r>
              <a:rPr lang="en-US" dirty="0"/>
              <a:t> (Foreign Key) - References Menu Item, quantity - Number of items, price - Item price at time of order</a:t>
            </a:r>
          </a:p>
          <a:p>
            <a:pPr marL="0" indent="0">
              <a:buNone/>
            </a:pPr>
            <a:r>
              <a:rPr lang="en-US" b="1" dirty="0"/>
              <a:t>6. Cart: </a:t>
            </a:r>
            <a:r>
              <a:rPr lang="en-US" dirty="0" err="1"/>
              <a:t>cart_id</a:t>
            </a:r>
            <a:r>
              <a:rPr lang="en-US" dirty="0"/>
              <a:t> (Primary Key) - Unique identifier, </a:t>
            </a:r>
            <a:r>
              <a:rPr lang="en-US" dirty="0" err="1"/>
              <a:t>user_id</a:t>
            </a:r>
            <a:r>
              <a:rPr lang="en-US" dirty="0"/>
              <a:t> (Foreign Key) - References User, </a:t>
            </a:r>
            <a:r>
              <a:rPr lang="en-US" dirty="0" err="1"/>
              <a:t>menu_item_id</a:t>
            </a:r>
            <a:r>
              <a:rPr lang="en-US" dirty="0"/>
              <a:t> (Foreign Key) - References Menu Item, quantity - Number of items, </a:t>
            </a:r>
            <a:r>
              <a:rPr lang="en-US" dirty="0" err="1"/>
              <a:t>created_at</a:t>
            </a:r>
            <a:r>
              <a:rPr lang="en-US" dirty="0"/>
              <a:t> - Added timestamp</a:t>
            </a:r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EEFBDB-D2BC-9533-AA58-2A506E702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391887"/>
            <a:ext cx="10018713" cy="870857"/>
          </a:xfrm>
        </p:spPr>
        <p:txBody>
          <a:bodyPr>
            <a:noAutofit/>
          </a:bodyPr>
          <a:lstStyle/>
          <a:p>
            <a:r>
              <a:rPr lang="en-US" u="sng" dirty="0"/>
              <a:t>DATABASE DESIGN:CORE ENTTIES</a:t>
            </a:r>
            <a:br>
              <a:rPr lang="en-IN" u="sng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55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B39B-4E3A-7FDC-3DCD-4666673A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053" y="315686"/>
            <a:ext cx="10018713" cy="947058"/>
          </a:xfrm>
        </p:spPr>
        <p:txBody>
          <a:bodyPr>
            <a:normAutofit/>
          </a:bodyPr>
          <a:lstStyle/>
          <a:p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6DF83B-6559-E1EE-977A-58756975F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1" y="1403205"/>
            <a:ext cx="10329071" cy="4441370"/>
          </a:xfrm>
        </p:spPr>
      </p:pic>
    </p:spTree>
    <p:extLst>
      <p:ext uri="{BB962C8B-B14F-4D97-AF65-F5344CB8AC3E}">
        <p14:creationId xmlns:p14="http://schemas.microsoft.com/office/powerpoint/2010/main" val="4175937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69DD-9D7E-C347-E12E-ADA0EE8DC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76200"/>
            <a:ext cx="10018713" cy="1752599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2691E-E41A-0CBB-F914-DFC439F98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59429"/>
            <a:ext cx="10018713" cy="3831771"/>
          </a:xfrm>
        </p:spPr>
        <p:txBody>
          <a:bodyPr>
            <a:normAutofit fontScale="92500"/>
          </a:bodyPr>
          <a:lstStyle/>
          <a:p>
            <a:r>
              <a:rPr lang="en-US" dirty="0"/>
              <a:t>The project successfully digitizes food ordering, reducing human error and improving speed.</a:t>
            </a:r>
          </a:p>
          <a:p>
            <a:r>
              <a:rPr lang="en-US" dirty="0"/>
              <a:t>Provides added value to both restaurant owners and customers through improved visibility and options.</a:t>
            </a:r>
          </a:p>
          <a:p>
            <a:r>
              <a:rPr lang="en-US" dirty="0"/>
              <a:t>Scalable structure enables easy future enhancements (mobile app, AI recommendations, real-time tracking).</a:t>
            </a:r>
          </a:p>
          <a:p>
            <a:r>
              <a:rPr lang="en-US" dirty="0"/>
              <a:t>Contributes to digital transformation and competitive advantage for restaurants.</a:t>
            </a:r>
          </a:p>
          <a:p>
            <a:r>
              <a:rPr lang="en-US" dirty="0"/>
              <a:t>Empowers users with convenience and a seamless experience in dining and delivery.</a:t>
            </a:r>
          </a:p>
        </p:txBody>
      </p:sp>
    </p:spTree>
    <p:extLst>
      <p:ext uri="{BB962C8B-B14F-4D97-AF65-F5344CB8AC3E}">
        <p14:creationId xmlns:p14="http://schemas.microsoft.com/office/powerpoint/2010/main" val="23465100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6188</TotalTime>
  <Words>901</Words>
  <Application>Microsoft Office PowerPoint</Application>
  <PresentationFormat>Widescreen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Corbel</vt:lpstr>
      <vt:lpstr>DM Sans</vt:lpstr>
      <vt:lpstr>Parallax</vt:lpstr>
      <vt:lpstr>ONLINE FOOD ORDERDING SYSTEM</vt:lpstr>
      <vt:lpstr>INTRODUCTION</vt:lpstr>
      <vt:lpstr>EXISTING SYSTEM</vt:lpstr>
      <vt:lpstr>DISADVANTAGES OF EXISTING SYSTEM</vt:lpstr>
      <vt:lpstr>PROPOSED SYSTEM</vt:lpstr>
      <vt:lpstr>SYSTEM ARCHITECTURE</vt:lpstr>
      <vt:lpstr>PowerPoint Presentation</vt:lpstr>
      <vt:lpstr>DATABASE DESIGN:CORE ENTTIES </vt:lpstr>
      <vt:lpstr>ER DIAGRAM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9</cp:revision>
  <dcterms:created xsi:type="dcterms:W3CDTF">2025-10-24T08:36:51Z</dcterms:created>
  <dcterms:modified xsi:type="dcterms:W3CDTF">2025-11-03T03:06:13Z</dcterms:modified>
</cp:coreProperties>
</file>